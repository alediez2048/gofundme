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059669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REQUIREMENTS DOCUMENT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FundRight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Next-Generation Fundraising Platform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Alex  |  March 2026  |  v1.0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GoFundMe has 3.1M monthly organic visits, but critical architectural weaknesses limit growth.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514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251460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194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Pages Deindexed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606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/u/ pages carry noindex, nofollow. Zero organizer credibility in search. 0% index rate.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29000" y="1554480"/>
            <a:ext cx="2514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1554480"/>
            <a:ext cx="2514600" cy="54864"/>
          </a:xfrm>
          <a:prstGeom prst="rect">
            <a:avLst/>
          </a:prstGeom>
          <a:solidFill>
            <a:srgbClr val="92400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7830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194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Pages Empty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66160" y="2606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JSON-LD schema, incorrect og:type, no semantic content. Structurally thin.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1554480"/>
            <a:ext cx="2514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554480"/>
            <a:ext cx="2514600" cy="54864"/>
          </a:xfrm>
          <a:prstGeom prst="rect">
            <a:avLst/>
          </a:prstGeom>
          <a:solidFill>
            <a:srgbClr val="92400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830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2194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Rich Snippets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55080" y="2606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DonateAction schema on fundraiser pages. Missing SERP features across 838K keywords.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21" name="Text 16"/>
          <p:cNvSpPr/>
          <p:nvPr/>
        </p:nvSpPr>
        <p:spPr>
          <a:xfrm>
            <a:off x="640080" y="40690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491ms TTFB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2606040" y="40690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5.2s Page Load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572000" y="40690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Profiles Indexed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537960" y="40690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JSON-LD Schemas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Solution: Closed-Loop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2514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325880"/>
            <a:ext cx="594360" cy="594360"/>
          </a:xfrm>
          <a:prstGeom prst="oval">
            <a:avLst/>
          </a:prstGeom>
          <a:solidFill>
            <a:srgbClr val="059669">
              <a:alpha val="8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38988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057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377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Authority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7432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indexed with Person schema. Ranks for organizer credibility queries.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29000" y="1097280"/>
            <a:ext cx="2514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1325880"/>
            <a:ext cx="594360" cy="594360"/>
          </a:xfrm>
          <a:prstGeom prst="oval">
            <a:avLst/>
          </a:prstGeom>
          <a:solidFill>
            <a:srgbClr val="2563EB">
              <a:alpha val="85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389888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057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Fundraiser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566160" y="2377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Closer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611880" y="27432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DonateAction schema + AI impact projections. Rich SERP cards.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097280"/>
            <a:ext cx="2514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32320" y="1325880"/>
            <a:ext cx="594360" cy="594360"/>
          </a:xfrm>
          <a:prstGeom prst="oval">
            <a:avLst/>
          </a:prstGeom>
          <a:solidFill>
            <a:srgbClr val="92400E">
              <a:alpha val="85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389888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2057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355080" y="2377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Powerhouse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400800" y="27432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+ FAQPage schema. AI Cause Intelligence. Primary entry point.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 →  Community  →  Fundraiser  →  Profile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37160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reinforces every other. A single backlink distributes equity across all three.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GoFundMe’s proven patterns. Diverging where the audit found weaknesses.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7490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45720" cy="86868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7276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 + React 18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SSR/SSG + client navigation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37490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371600"/>
            <a:ext cx="45720" cy="86868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7276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Responsive-concurrent design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2468880"/>
            <a:ext cx="37490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2468880"/>
            <a:ext cx="45720" cy="86868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7004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 + persist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37160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cross-page state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2468880"/>
            <a:ext cx="37490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2468880"/>
            <a:ext cx="45720" cy="86868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670048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(build-time)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48640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infrastructure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3566160"/>
            <a:ext cx="37490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40080" y="3566160"/>
            <a:ext cx="45720" cy="86868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767328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7160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analytics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137160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Zero-dependency event layer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754880" y="3566160"/>
            <a:ext cx="37490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754880" y="3566160"/>
            <a:ext cx="45720" cy="86868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767328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8640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JSON-LD generators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548640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schema stack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Integration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chatbot. AI as content infrastructure embedded across all three page types.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7863840" cy="1005840"/>
          </a:xfrm>
          <a:prstGeom prst="rect">
            <a:avLst/>
          </a:prstGeom>
          <a:solidFill>
            <a:srgbClr val="0A3B2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709928"/>
            <a:ext cx="502920" cy="502920"/>
          </a:xfrm>
          <a:prstGeom prst="oval">
            <a:avLst/>
          </a:prstGeom>
          <a:solidFill>
            <a:srgbClr val="05966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627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 Intelligence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0" y="1627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Page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645920" y="19659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200-300 word cause summaries. Pre-built at compile time. Zero runtime API cost. Fills GoFundMe’s content gap.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788920"/>
            <a:ext cx="7863840" cy="1005840"/>
          </a:xfrm>
          <a:prstGeom prst="rect">
            <a:avLst/>
          </a:prstGeom>
          <a:solidFill>
            <a:srgbClr val="0A3B2E"/>
          </a:solidFill>
          <a:ln/>
        </p:spPr>
      </p:sp>
      <p:sp>
        <p:nvSpPr>
          <p:cNvPr id="12" name="Shape 9"/>
          <p:cNvSpPr/>
          <p:nvPr/>
        </p:nvSpPr>
        <p:spPr>
          <a:xfrm>
            <a:off x="914400" y="2944368"/>
            <a:ext cx="502920" cy="502920"/>
          </a:xfrm>
          <a:prstGeom prst="oval">
            <a:avLst/>
          </a:prstGeom>
          <a:solidFill>
            <a:srgbClr val="05966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45920" y="2862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Projections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72000" y="2862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Fundraiser Page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645920" y="32004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$50 means 200 families receive real-time wildfire alerts." Client-side math from a causeImpactMap. Instant, emotional, zero latency.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" y="4023360"/>
            <a:ext cx="7863840" cy="1005840"/>
          </a:xfrm>
          <a:prstGeom prst="rect">
            <a:avLst/>
          </a:prstGeom>
          <a:solidFill>
            <a:srgbClr val="0A3B2E"/>
          </a:solidFill>
          <a:ln/>
        </p:spPr>
      </p:sp>
      <p:sp>
        <p:nvSpPr>
          <p:cNvPr id="18" name="Shape 14"/>
          <p:cNvSpPr/>
          <p:nvPr/>
        </p:nvSpPr>
        <p:spPr>
          <a:xfrm>
            <a:off x="914400" y="4178808"/>
            <a:ext cx="502920" cy="502920"/>
          </a:xfrm>
          <a:prstGeom prst="oval">
            <a:avLst/>
          </a:prstGeom>
          <a:solidFill>
            <a:srgbClr val="059669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2519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40965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Generator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572000" y="4096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Fundraiser Creation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645920" y="44348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 paste bullet points, AI drafts a compelling narrative. Streaming token-by-token. Pre-generated fallback if no API key.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Four-Tier Instrumentation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51560"/>
            <a:ext cx="45720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188720"/>
            <a:ext cx="457200" cy="457200"/>
          </a:xfrm>
          <a:prstGeom prst="oval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1435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TTFB, LCP, CLS, INP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1188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Web Vitals per page template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92024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1920240"/>
            <a:ext cx="4572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2057400"/>
            <a:ext cx="457200" cy="457200"/>
          </a:xfrm>
          <a:prstGeom prst="oval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54480" y="23042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funnel tracking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057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→ Fundraiser → Donate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27889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2788920"/>
            <a:ext cx="45720" cy="731520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2926080"/>
            <a:ext cx="457200" cy="457200"/>
          </a:xfrm>
          <a:prstGeom prst="oval">
            <a:avLst/>
          </a:prstGeom>
          <a:solidFill>
            <a:srgbClr val="92400E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Health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31729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2926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JSON-LD pass/fail per page type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365760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657600"/>
            <a:ext cx="45720" cy="731520"/>
          </a:xfrm>
          <a:prstGeom prst="rect">
            <a:avLst/>
          </a:prstGeom>
          <a:solidFill>
            <a:srgbClr val="44403C"/>
          </a:solidFill>
          <a:ln/>
        </p:spPr>
      </p:sp>
      <p:sp>
        <p:nvSpPr>
          <p:cNvPr id="27" name="Shape 25"/>
          <p:cNvSpPr/>
          <p:nvPr/>
        </p:nvSpPr>
        <p:spPr>
          <a:xfrm>
            <a:off x="914400" y="3794760"/>
            <a:ext cx="457200" cy="457200"/>
          </a:xfrm>
          <a:prstGeom prst="oval">
            <a:avLst/>
          </a:prstGeom>
          <a:solidFill>
            <a:srgbClr val="44403C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5448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554480" y="40416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journeys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Trust-verification branch tracking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visible at /analytics — the evaluator sees their own session data in real time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Performance: Beating GoFundMe 3x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25146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TTFB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≤150ms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FundRight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2514600"/>
            <a:ext cx="1783080" cy="18288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51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491ms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GoFundMe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3.3x faster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1097280"/>
            <a:ext cx="25146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12344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Load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1645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≤2.2s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429000" y="21488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FundRight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94760" y="2514600"/>
            <a:ext cx="1783080" cy="18288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2651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5.2s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429000" y="29718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GoFundMe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32461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2.4x faster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097280"/>
            <a:ext cx="25146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12344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1645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≤1.8s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217920" y="21488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FundRight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0" y="2514600"/>
            <a:ext cx="1783080" cy="18288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2651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~3.2s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17920" y="29718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GoFundMe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32461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1.8x faster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Static generation for above-the-fold  |  Single analytics layer (no SDK bloat)  |  next/image optimization  |  Beacon API for non-blocking events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tickets  ·  64 hours  ·  14 days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6060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80160"/>
            <a:ext cx="26060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MVP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1–7  ·  30h  ·  10 tickets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scaffold + Tailwind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store with atomic mutations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Fundraiser, Community, Profile pages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flow + cross-page state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 + skeleton loaders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280160"/>
            <a:ext cx="26060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280160"/>
            <a:ext cx="26060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463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Intelligence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17830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8–11  ·  22h  ·  8 tickets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21945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Intelligence (AI content)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projections in donation modal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JSON-LD schema on all pages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tracking + Web Vitals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(/analytics)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280160"/>
            <a:ext cx="26060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280160"/>
            <a:ext cx="2606040" cy="54864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463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Ship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17830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12–14  ·  12h  ·  5 tickets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21945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+ ARIA implementation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 designed states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deployment + local setup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(Vitest) for store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Pre-submission QA checklist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 Competitive Advantages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Exploiting every gap the Semrush audit identified.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GoFundMe Weakness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Fix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83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GoFundMe profiles noindexed (0%)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783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indexed with Person + ProfilePage schema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240280"/>
            <a:ext cx="7863840" cy="457200"/>
          </a:xfrm>
          <a:prstGeom prst="rect">
            <a:avLst/>
          </a:prstGeom>
          <a:solidFill>
            <a:srgbClr val="0A2F2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40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DonateAction on fundraisers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2240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DonateAction + MonetaryAmount for rich SERP cards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97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pages have zero schema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697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+ FAQPage + BreadcrumbList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154680"/>
            <a:ext cx="7863840" cy="457200"/>
          </a:xfrm>
          <a:prstGeom prst="rect">
            <a:avLst/>
          </a:prstGeom>
          <a:solidFill>
            <a:srgbClr val="0A2F2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54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internal link loop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3154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three-node graph passing equity everywhere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611880"/>
            <a:ext cx="786384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11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cause intelligence content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3611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cause context on every community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069080"/>
            <a:ext cx="7863840" cy="457200"/>
          </a:xfrm>
          <a:prstGeom prst="rect">
            <a:avLst/>
          </a:prstGeom>
          <a:solidFill>
            <a:srgbClr val="0A2F24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069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fee transparency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4069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comparison section builds trust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Build</a:t>
            </a:r>
            <a:endParaRPr lang="en-US" sz="3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371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tickets across 3 phases, 64 hours total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7452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1828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interconnected pages with cross-page reactivity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3172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80160" y="2286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embedded as content infrastructure, not a gimmick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78892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80160" y="2743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Four-tier instrumentation with a visible analytics dashboard</a:t>
            </a:r>
            <a:endParaRPr lang="en-US" sz="15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246120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80160" y="3200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targets that beat GoFundMe 3x</a:t>
            </a:r>
            <a:endParaRPr lang="en-US" sz="15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703320"/>
            <a:ext cx="274320" cy="2743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280160" y="3657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schema stack exploiting every SEO gap identified</a:t>
            </a:r>
            <a:endParaRPr lang="en-US" sz="1500" dirty="0"/>
          </a:p>
        </p:txBody>
      </p:sp>
      <p:sp>
        <p:nvSpPr>
          <p:cNvPr id="16" name="Shape 8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9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Execute Phase 1 — Scaffold, Seed Data, and Three Interactive Pages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FundRight — AI-Powered Fundraising Platform</dc:title>
  <dc:subject>PptxGenJS Presentation</dc:subject>
  <dc:creator>Alex</dc:creator>
  <cp:lastModifiedBy>Alex</cp:lastModifiedBy>
  <cp:revision>1</cp:revision>
  <dcterms:created xsi:type="dcterms:W3CDTF">2026-03-08T21:10:14Z</dcterms:created>
  <dcterms:modified xsi:type="dcterms:W3CDTF">2026-03-08T21:10:14Z</dcterms:modified>
</cp:coreProperties>
</file>